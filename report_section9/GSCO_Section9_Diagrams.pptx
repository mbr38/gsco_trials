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13" d="100"/>
          <a:sy n="113" d="100"/>
        </p:scale>
        <p:origin x="4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79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502920"/>
            <a:ext cx="11274552" cy="132588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 w="12700">
            <a:solidFill>
              <a:srgbClr val="C2C8D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557784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- landing → scope → hub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E5E7EB"/>
          </a:solidFill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28346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&amp; user-type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P-01</a:t>
            </a: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Policy Maker / MNC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96012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E5E7EB"/>
          </a:solidFill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4434840" y="960120"/>
            <a:ext cx="28346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Setup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P-02</a:t>
            </a: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node / region / none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96012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AEBACD"/>
          </a:solidFill>
          <a:ln w="2794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8229600" y="960120"/>
            <a:ext cx="31089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Hub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P-03</a:t>
            </a:r>
            <a:r>
              <a:rPr lang="en-US" sz="100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router (branch point)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325880"/>
            <a:ext cx="7772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7269480" y="1325880"/>
            <a:ext cx="9601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457200" y="2531988"/>
            <a:ext cx="5486400" cy="2331720"/>
          </a:xfrm>
          <a:prstGeom prst="roundRect">
            <a:avLst>
              <a:gd name="adj" fmla="val 235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2C8D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457200" y="25868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WORKFLOW - screening · monitoring · reporting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03490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E5E7EB"/>
          </a:solidFill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777240" y="3034908"/>
            <a:ext cx="22860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- Setup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P-04</a:t>
            </a: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centre · radius · indicators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034908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AEBACD"/>
          </a:solidFill>
          <a:ln w="2794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429000" y="3034908"/>
            <a:ext cx="219456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Results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P-05</a:t>
            </a:r>
            <a:r>
              <a:rPr lang="en-US" sz="100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traffic-light + drill-down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3423528"/>
            <a:ext cx="3657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429000" y="4040748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CFE2C8"/>
          </a:solidFill>
          <a:ln w="15875">
            <a:solidFill>
              <a:srgbClr val="487A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429000" y="4040748"/>
            <a:ext cx="21945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D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View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D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P-06</a:t>
            </a:r>
            <a:r>
              <a:rPr lang="en-US" sz="1000" dirty="0">
                <a:solidFill>
                  <a:srgbClr val="1D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per-indicator, on demand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3812148"/>
            <a:ext cx="0" cy="2286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4663440" y="38304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45352" y="2531988"/>
            <a:ext cx="5486400" cy="2331720"/>
          </a:xfrm>
          <a:prstGeom prst="roundRect">
            <a:avLst>
              <a:gd name="adj" fmla="val 235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2C8D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6245352" y="25868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 WORKFLOW -  batch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303490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E5E7EB"/>
          </a:solidFill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6583680" y="3034908"/>
            <a:ext cx="22860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 - Setup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P-07</a:t>
            </a: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≤ 20 nodes · one radius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35440" y="3034908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AEBACD"/>
          </a:solidFill>
          <a:ln w="2794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9235440" y="3034908"/>
            <a:ext cx="219456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 - Results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P-08</a:t>
            </a:r>
            <a:r>
              <a:rPr lang="en-US" sz="100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ranked table · risk matrix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9680" y="3423528"/>
            <a:ext cx="3657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457200" y="5372101"/>
            <a:ext cx="11274552" cy="1332416"/>
          </a:xfrm>
          <a:prstGeom prst="roundRect">
            <a:avLst>
              <a:gd name="adj" fmla="val 375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C2C8D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457200" y="5483149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MODULES - save, reuse, clarify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5892665"/>
            <a:ext cx="3200400" cy="628971"/>
          </a:xfrm>
          <a:prstGeom prst="roundRect">
            <a:avLst>
              <a:gd name="adj" fmla="val 7059"/>
            </a:avLst>
          </a:prstGeom>
          <a:solidFill>
            <a:srgbClr val="E7E9ED"/>
          </a:solidFill>
          <a:ln w="1587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868680" y="5892665"/>
            <a:ext cx="3200400" cy="6289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Analyses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P-10 · re-open without recompute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80560" y="5888735"/>
            <a:ext cx="3200400" cy="632902"/>
          </a:xfrm>
          <a:prstGeom prst="roundRect">
            <a:avLst>
              <a:gd name="adj" fmla="val 7059"/>
            </a:avLst>
          </a:prstGeom>
          <a:solidFill>
            <a:srgbClr val="E7E9ED"/>
          </a:solidFill>
          <a:ln w="1587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4480560" y="5888735"/>
            <a:ext cx="3200400" cy="63290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P-11 · template · preview · export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92440" y="5897879"/>
            <a:ext cx="3200400" cy="623757"/>
          </a:xfrm>
          <a:prstGeom prst="roundRect">
            <a:avLst>
              <a:gd name="adj" fmla="val 7059"/>
            </a:avLst>
          </a:prstGeom>
          <a:solidFill>
            <a:srgbClr val="E7E9ED"/>
          </a:solidFill>
          <a:ln w="1587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8092440" y="5897879"/>
            <a:ext cx="3200400" cy="62375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Library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P-09 · reference catalogue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 flipH="1">
            <a:off x="2388386" y="5261725"/>
            <a:ext cx="7065" cy="632903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1663931" y="5075595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report →</a:t>
            </a:r>
            <a:endParaRPr lang="en-US" sz="1000" dirty="0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F001254D-93A6-04CE-BBF8-3F3EC195760C}"/>
              </a:ext>
            </a:extLst>
          </p:cNvPr>
          <p:cNvSpPr/>
          <p:nvPr/>
        </p:nvSpPr>
        <p:spPr>
          <a:xfrm>
            <a:off x="4539932" y="2084208"/>
            <a:ext cx="3108960" cy="332434"/>
          </a:xfrm>
          <a:prstGeom prst="roundRect">
            <a:avLst>
              <a:gd name="adj" fmla="val 7500"/>
            </a:avLst>
          </a:prstGeom>
          <a:solidFill>
            <a:srgbClr val="AEBACD"/>
          </a:solidFill>
          <a:ln w="2794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1D6C12E1-B2CE-93B7-1C29-40992EBDD68C}"/>
              </a:ext>
            </a:extLst>
          </p:cNvPr>
          <p:cNvSpPr/>
          <p:nvPr/>
        </p:nvSpPr>
        <p:spPr>
          <a:xfrm>
            <a:off x="4583571" y="2084207"/>
            <a:ext cx="3108960" cy="33243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Hub: select either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Parent-platform integration — node-keyed screening round-trip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233172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E5E7EB"/>
          </a:solidFill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246888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GSCO platform map</a:t>
            </a:r>
            <a:b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C0392B"/>
                </a:solidFill>
                <a:latin typeface="Consolas" panose="020B0609020204030204" pitchFamily="49" charset="0"/>
                <a:ea typeface="Arial" pitchFamily="34" charset="-122"/>
                <a:cs typeface="Consolas" panose="020B0609020204030204" pitchFamily="49" charset="0"/>
              </a:rPr>
              <a:t>app.cambridge-gsco.co.uk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supply-chain node (click)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33172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5E7EB"/>
          </a:solidFill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0" y="2331720"/>
            <a:ext cx="237744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- Setup</a:t>
            </a:r>
            <a:b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no-login entry; location pre-filled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sets radius · indicators ·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246888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AEBACD"/>
          </a:solidFill>
          <a:ln w="2794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672084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ScreeningRun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endParaRPr lang="en-US" sz="900" dirty="0">
              <a:solidFill>
                <a:srgbClr val="C0392B"/>
              </a:solidFill>
              <a:latin typeface="Consolas" panose="020B0609020204030204" pitchFamily="49" charset="0"/>
              <a:ea typeface="Arial" pitchFamily="34" charset="-122"/>
              <a:cs typeface="Consolas" panose="020B0609020204030204" pitchFamily="49" charset="0"/>
            </a:endParaRPr>
          </a:p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onsolas" panose="020B0609020204030204" pitchFamily="49" charset="0"/>
                <a:ea typeface="Arial" pitchFamily="34" charset="-122"/>
                <a:cs typeface="Consolas" panose="020B0609020204030204" pitchFamily="49" charset="0"/>
              </a:rPr>
              <a:t>engine/orchestrator.py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→ ghg → nature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92640" y="2240280"/>
            <a:ext cx="1691640" cy="1691640"/>
          </a:xfrm>
          <a:prstGeom prst="roundRect">
            <a:avLst>
              <a:gd name="adj" fmla="val 2162"/>
            </a:avLst>
          </a:prstGeom>
          <a:solidFill>
            <a:srgbClr val="AEBACD"/>
          </a:solidFill>
          <a:ln w="3175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9848088" y="2395728"/>
            <a:ext cx="1380744" cy="1380744"/>
          </a:xfrm>
          <a:prstGeom prst="roundRect">
            <a:avLst>
              <a:gd name="adj" fmla="val 1987"/>
            </a:avLst>
          </a:prstGeom>
          <a:solidFill>
            <a:srgbClr val="AEBACD"/>
          </a:solidFill>
          <a:ln w="12700">
            <a:solidFill>
              <a:srgbClr val="1F2C4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9692640" y="22402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result</a:t>
            </a:r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scores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coverage flag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detail + provenance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3017520"/>
            <a:ext cx="6858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6858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8915400" y="3017520"/>
            <a:ext cx="7772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2697480" y="178308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F3E6F7"/>
          </a:solidFill>
          <a:ln w="9525">
            <a:solidFill>
              <a:srgbClr val="C9B6D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697480" y="17830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GSCO → tool:  </a:t>
            </a:r>
            <a:r>
              <a:rPr lang="en-US" sz="850" dirty="0">
                <a:solidFill>
                  <a:srgbClr val="5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node_id · latitude · longitude · name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2057400"/>
            <a:ext cx="0" cy="2743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10515600" y="3931920"/>
            <a:ext cx="0" cy="9144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 flipH="1">
            <a:off x="1737360" y="4846320"/>
            <a:ext cx="87782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 flipV="1">
            <a:off x="1737360" y="3703320"/>
            <a:ext cx="0" cy="11430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931920" y="4686300"/>
            <a:ext cx="4572000" cy="274320"/>
          </a:xfrm>
          <a:prstGeom prst="roundRect">
            <a:avLst>
              <a:gd name="adj" fmla="val 13333"/>
            </a:avLst>
          </a:prstGeom>
          <a:solidFill>
            <a:srgbClr val="F3E6F7"/>
          </a:solidFill>
          <a:ln w="9525">
            <a:solidFill>
              <a:srgbClr val="C9B6D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93192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→ GSCO (on save):  </a:t>
            </a:r>
            <a:r>
              <a:rPr lang="en-US" sz="850" dirty="0">
                <a:solidFill>
                  <a:srgbClr val="5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keyed by node_id · replace-on-rerun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221</Words>
  <Application>Microsoft Macintosh PowerPoint</Application>
  <PresentationFormat>Custom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Consolas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Benedetta Radice Fossati Confalonieri</cp:lastModifiedBy>
  <cp:revision>2</cp:revision>
  <dcterms:created xsi:type="dcterms:W3CDTF">2026-06-03T22:48:23Z</dcterms:created>
  <dcterms:modified xsi:type="dcterms:W3CDTF">2026-06-04T00:30:06Z</dcterms:modified>
</cp:coreProperties>
</file>